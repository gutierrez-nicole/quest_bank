
<file path=[Content_Types].xml><?xml version="1.0" encoding="utf-8"?>
<Types xmlns="http://schemas.openxmlformats.org/package/2006/content-types">
  <Default Extension="xml" ContentType="application/xml"/>
</Types>
</file>

<file path=ppt/slides/slide1.xml><?xml version="1.0" encoding="utf-8"?>
<p:sld xmlns:a="http://schemas.openxmlformats.org/drawingml/2006/main" xmlns:p="http://schemas.openxmlformats.org/presentationml/2006/main">
  <p:cSld>
    <p:spTree>
      <p:sp>
        <p:txBody>
          <a:p>
            <a:r>
              <a:t>Structural Dynamics and Earthquake Engineering: Fundamental natural period T = 2 * pi * sqrt(m / k). Seismic response spectrum analysis for high-rise frames.</a:t>
            </a:r>
          </a:p>
        </p:txBody>
      </p:sp>
    </p:spTree>
  </p:cSld>
</p:sld>
</file>